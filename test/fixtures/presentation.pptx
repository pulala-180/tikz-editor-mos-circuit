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4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1977-B620-801A-79B5-A32799FC9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ACC61-6989-D6C4-5F57-0B9C13548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2544C-8D7C-F123-110A-E831F8FD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216C-B655-806E-08A6-6DC0EC78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B9573-B8E6-F750-134C-FF6B804D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6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E640-0BCD-F2DB-C910-EF260386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C163-295B-75DB-4BA3-DA2A8B1C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E97AE-519B-6279-2030-9B527469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B6F9A-37F2-8B8C-EA0C-95961DD0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10F74-BFFF-2B51-CB67-DF9CF0E1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34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5E3F-E2FF-DC5C-46EF-3AE959BF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3696A-CB05-80D3-E4DD-E05C1453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7BAF-13A7-E0B1-226C-53B3A3E8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A4791-D445-4415-CB45-C5E93E19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DB497-C4CD-1E79-4B23-34AB8537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8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103D-9445-AF94-CECB-E923D437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A1BF-204E-3736-3B16-48CAEDFD9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CE845-5AA6-F240-35AF-FDF3C4434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0D62-48B8-B3EE-33C0-7DB711C7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04CFD-F5C2-0F9F-1C4D-10CCAE76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591BF-5208-6D95-F678-DF8785D5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01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0167-1210-1EA3-B78D-3D2EE778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BC7B4-0D04-9EE3-54DB-01FCD0A8F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272F-12EF-A770-BDC2-5B73070E1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1C94E-6E9A-709C-4856-4E4968FC8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72165-3550-31F3-3A0C-52ED5FC22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28E80-E6FC-79F3-6AA4-23B218A9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B2898-19EE-57A5-B9FE-625F848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23742-0991-104A-AC53-DD94B015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4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0563-C9F5-6074-F1B8-800D43AE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084ED-46B8-C2B5-91FA-01242021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FEF41-F706-0C46-076D-845C2D35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5F0BA-963E-D8D6-A297-D2F8F377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33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29BE3-DCAC-10C6-AD01-7424D287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88DF7-7631-D1EF-F7F6-5EFFC69F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560D9-4152-99B9-23DD-64C271C0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10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9FE6-AB44-595E-3D9A-AE0D4F7D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CC4F-4210-D950-5CB0-36B4B43D0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9F76F-36DF-0F32-92B9-006F916B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65DD9-FF8E-EE72-7CB3-32F9A737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E3086-6D1C-34B6-9A84-9CCC1373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B3376-FD91-F81E-5ECF-F0E54DE7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67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480A-5521-DDF7-0B32-494C986C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F191CF-C567-F0A2-9112-70B01C85B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639BD-2CEE-0FD8-045A-30DFB4215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CE199-E578-EC61-445C-DB5C16A0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F1250-8646-3FBB-5DC3-CE8E0376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5B184-5EA1-E531-C703-8DA0925E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397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5257-C91D-4A83-C3C2-DE7A4285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BEFBB-01D5-0A65-EF51-3C765D536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E71C-0346-3C85-B2F3-151D0367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C1A6-153A-0C84-7747-CEC5BF34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EB81E-62CF-27AD-1D12-18DBE57A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65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BF7D0-01AF-18A1-99C4-C6B39D2AB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51811-D0F1-F35E-8E8C-AD7B0825A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5FC4A-3300-3C0E-885F-70D2E2F3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3255C-F968-5ADF-23D3-FD911464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225AB-3DB4-1396-B40D-720AEC68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6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F1693-4B3F-0D2E-2029-0A6236D9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7C8C4-2698-B464-E83D-47034CE5D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CCBC1-EB1B-79D4-3DC4-3C91935E2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E110C-938A-874E-8968-F9A6D2DD8947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DEC0-2C5E-5ACF-14CF-DECF5F99E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5413-780A-CC27-FBC4-979B63186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5C9D6-AA4B-7D44-BDF2-1CA9D3D3E0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32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FE25-B80C-EC42-3C35-1CE02A65C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Example </a:t>
            </a:r>
            <a:r>
              <a:rPr lang="fr-FR" dirty="0" err="1"/>
              <a:t>Slideshow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97012-2420-03A5-46FE-CA631459C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to test conversion to </a:t>
            </a:r>
            <a:r>
              <a:rPr lang="fr-FR" dirty="0" err="1"/>
              <a:t>TikZ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843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A272-6E60-291C-DDC1-227012E2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Conversion supports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C74D6-748C-35C4-6305-98973849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bullet</a:t>
            </a:r>
            <a:endParaRPr lang="fr-FR" dirty="0"/>
          </a:p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!</a:t>
            </a:r>
          </a:p>
          <a:p>
            <a:r>
              <a:rPr lang="fr-FR" dirty="0"/>
              <a:t>And the </a:t>
            </a:r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has a </a:t>
            </a:r>
            <a:r>
              <a:rPr lang="fr-FR" dirty="0" err="1"/>
              <a:t>subbullet</a:t>
            </a:r>
            <a:endParaRPr lang="fr-FR" dirty="0"/>
          </a:p>
          <a:p>
            <a:pPr lvl="1"/>
            <a:r>
              <a:rPr lang="fr-FR" dirty="0" err="1"/>
              <a:t>Namely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one</a:t>
            </a:r>
          </a:p>
        </p:txBody>
      </p:sp>
    </p:spTree>
    <p:extLst>
      <p:ext uri="{BB962C8B-B14F-4D97-AF65-F5344CB8AC3E}">
        <p14:creationId xmlns:p14="http://schemas.microsoft.com/office/powerpoint/2010/main" val="280017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FA50-9DA7-621C-C37E-2B845C07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Shapes</a:t>
            </a:r>
            <a:r>
              <a:rPr lang="fr-FR" dirty="0"/>
              <a:t> are </a:t>
            </a:r>
            <a:r>
              <a:rPr lang="fr-FR" dirty="0" err="1"/>
              <a:t>supported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B0F98-50BC-2968-4480-5BD145CEEDB7}"/>
              </a:ext>
            </a:extLst>
          </p:cNvPr>
          <p:cNvSpPr/>
          <p:nvPr/>
        </p:nvSpPr>
        <p:spPr>
          <a:xfrm>
            <a:off x="729343" y="2318657"/>
            <a:ext cx="1774371" cy="1621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107D21-4D6F-2D72-20C4-DDF06980BD46}"/>
              </a:ext>
            </a:extLst>
          </p:cNvPr>
          <p:cNvSpPr/>
          <p:nvPr/>
        </p:nvSpPr>
        <p:spPr>
          <a:xfrm>
            <a:off x="4136571" y="4114800"/>
            <a:ext cx="1959429" cy="1643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A645B93C-8426-8FA0-C173-4B3DBCB35097}"/>
              </a:ext>
            </a:extLst>
          </p:cNvPr>
          <p:cNvSpPr/>
          <p:nvPr/>
        </p:nvSpPr>
        <p:spPr>
          <a:xfrm>
            <a:off x="6259286" y="1690688"/>
            <a:ext cx="1948543" cy="173831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F4492546-D687-A32A-1956-F94CAB6317CF}"/>
              </a:ext>
            </a:extLst>
          </p:cNvPr>
          <p:cNvSpPr/>
          <p:nvPr/>
        </p:nvSpPr>
        <p:spPr>
          <a:xfrm>
            <a:off x="9514114" y="3657600"/>
            <a:ext cx="1948543" cy="2079172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65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Example Slideshow</vt:lpstr>
      <vt:lpstr>Conversion supports text</vt:lpstr>
      <vt:lpstr>Shapes are supported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PETERS</dc:creator>
  <cp:lastModifiedBy>DOMINIK PETERS</cp:lastModifiedBy>
  <cp:revision>1</cp:revision>
  <dcterms:created xsi:type="dcterms:W3CDTF">2026-03-20T00:44:08Z</dcterms:created>
  <dcterms:modified xsi:type="dcterms:W3CDTF">2026-03-20T00:46:09Z</dcterms:modified>
</cp:coreProperties>
</file>